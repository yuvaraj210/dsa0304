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4" r:id="rId6"/>
    <p:sldId id="259" r:id="rId7"/>
    <p:sldId id="260" r:id="rId8"/>
    <p:sldId id="261" r:id="rId9"/>
    <p:sldId id="262" r:id="rId10"/>
    <p:sldId id="263"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33" d="100"/>
          <a:sy n="33" d="100"/>
        </p:scale>
        <p:origin x="2606" y="103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B471706-8769-4697-A38C-9DD32843446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B471706-8769-4697-A38C-9DD32843446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471706-8769-4697-A38C-9DD32843446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5B471706-8769-4697-A38C-9DD32843446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5B471706-8769-4697-A38C-9DD328434469}"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B471706-8769-4697-A38C-9DD328434469}"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471706-8769-4697-A38C-9DD328434469}"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471706-8769-4697-A38C-9DD32843446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471706-8769-4697-A38C-9DD32843446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B471706-8769-4697-A38C-9DD32843446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B471706-8769-4697-A38C-9DD32843446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BF0D2C-7A7A-4295-AC58-1F50503B7E02}"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471706-8769-4697-A38C-9DD328434469}"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BF0D2C-7A7A-4295-AC58-1F50503B7E02}"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mailto:ravi@gmail.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tile tx="0" ty="0" sx="100000" sy="100000" flip="none" algn="tl"/>
        </a:blipFill>
        <a:effectLst/>
      </p:bgPr>
    </p:bg>
    <p:spTree>
      <p:nvGrpSpPr>
        <p:cNvPr id="1" name=""/>
        <p:cNvGrpSpPr/>
        <p:nvPr/>
      </p:nvGrpSpPr>
      <p:grpSpPr>
        <a:xfrm>
          <a:off x="0" y="0"/>
          <a:ext cx="0" cy="0"/>
          <a:chOff x="0" y="0"/>
          <a:chExt cx="0" cy="0"/>
        </a:xfrm>
      </p:grpSpPr>
      <p:sp>
        <p:nvSpPr>
          <p:cNvPr id="9" name="Rectangle 8"/>
          <p:cNvSpPr/>
          <p:nvPr/>
        </p:nvSpPr>
        <p:spPr>
          <a:xfrm>
            <a:off x="864243" y="231493"/>
            <a:ext cx="10463514" cy="1747777"/>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Designing Efficient Regular Expression Patterns for Information Extraction</a:t>
            </a:r>
            <a:endParaRPr lang="en-IN" sz="3600" b="1" dirty="0">
              <a:solidFill>
                <a:schemeClr val="tx1"/>
              </a:solidFill>
            </a:endParaRPr>
          </a:p>
        </p:txBody>
      </p:sp>
      <p:sp>
        <p:nvSpPr>
          <p:cNvPr id="10" name="Rectangle 9"/>
          <p:cNvSpPr/>
          <p:nvPr/>
        </p:nvSpPr>
        <p:spPr>
          <a:xfrm>
            <a:off x="8189149" y="4375355"/>
            <a:ext cx="4247909" cy="19791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Presented by</a:t>
            </a:r>
            <a:endParaRPr lang="en-IN" sz="2400" dirty="0">
              <a:solidFill>
                <a:schemeClr val="tx1"/>
              </a:solidFill>
            </a:endParaRPr>
          </a:p>
          <a:p>
            <a:pPr algn="ctr"/>
            <a:r>
              <a:rPr lang="en-IN" sz="2400" dirty="0">
                <a:solidFill>
                  <a:schemeClr val="tx1"/>
                </a:solidFill>
              </a:rPr>
              <a:t>P.YUVARAJ(192424210)</a:t>
            </a:r>
            <a:endParaRPr lang="en-IN" sz="2400" dirty="0">
              <a:solidFill>
                <a:schemeClr val="tx1"/>
              </a:solidFill>
            </a:endParaRPr>
          </a:p>
          <a:p>
            <a:pPr algn="ctr"/>
            <a:endParaRPr lang="en-IN" dirty="0"/>
          </a:p>
        </p:txBody>
      </p:sp>
      <p:sp>
        <p:nvSpPr>
          <p:cNvPr id="11" name="Rectangle: Rounded Corners 10"/>
          <p:cNvSpPr/>
          <p:nvPr/>
        </p:nvSpPr>
        <p:spPr>
          <a:xfrm>
            <a:off x="864243" y="4375355"/>
            <a:ext cx="1563329" cy="1592825"/>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Guided By</a:t>
            </a:r>
            <a:endParaRPr lang="en-IN" sz="2400" dirty="0">
              <a:solidFill>
                <a:schemeClr val="tx1"/>
              </a:solidFill>
            </a:endParaRPr>
          </a:p>
          <a:p>
            <a:pPr algn="ctr"/>
            <a:r>
              <a:rPr lang="en-IN" sz="2400" dirty="0">
                <a:solidFill>
                  <a:schemeClr val="tx1"/>
                </a:solidFill>
              </a:rPr>
              <a:t>Dr.T.Devi</a:t>
            </a:r>
            <a:endParaRPr lang="en-IN" sz="2400" dirty="0">
              <a:solidFill>
                <a:schemeClr val="tx1"/>
              </a:solidFill>
            </a:endParaRPr>
          </a:p>
        </p:txBody>
      </p:sp>
      <p:sp>
        <p:nvSpPr>
          <p:cNvPr id="12" name="Rectangle 11"/>
          <p:cNvSpPr/>
          <p:nvPr/>
        </p:nvSpPr>
        <p:spPr>
          <a:xfrm>
            <a:off x="1838633" y="2181020"/>
            <a:ext cx="8111612" cy="174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DSA0304</a:t>
            </a:r>
            <a:endParaRPr lang="en-IN" sz="2000" dirty="0">
              <a:solidFill>
                <a:schemeClr val="tx1"/>
              </a:solidFill>
            </a:endParaRPr>
          </a:p>
          <a:p>
            <a:pPr algn="ctr"/>
            <a:r>
              <a:rPr lang="en-IN" sz="2000" dirty="0">
                <a:solidFill>
                  <a:schemeClr val="tx1"/>
                </a:solidFill>
              </a:rPr>
              <a:t>Natural Language Processing</a:t>
            </a:r>
            <a:endParaRPr lang="en-IN" sz="20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Introduction</a:t>
            </a:r>
            <a:endParaRPr lang="en-IN" b="1" dirty="0"/>
          </a:p>
        </p:txBody>
      </p:sp>
      <p:sp>
        <p:nvSpPr>
          <p:cNvPr id="3" name="Content Placeholder 2"/>
          <p:cNvSpPr>
            <a:spLocks noGrp="1"/>
          </p:cNvSpPr>
          <p:nvPr>
            <p:ph idx="1"/>
          </p:nvPr>
        </p:nvSpPr>
        <p:spPr/>
        <p:txBody>
          <a:bodyPr/>
          <a:lstStyle/>
          <a:p>
            <a:pPr algn="just"/>
            <a:r>
              <a:rPr lang="en-US" dirty="0"/>
              <a:t>In today's digital world, a huge amount of text is created every day through emails, websites, social media, documents, and online forms. Finding useful information from this large amount of text manually is difficult and time-consuming. This is where </a:t>
            </a:r>
            <a:r>
              <a:rPr lang="en-US" b="1" dirty="0"/>
              <a:t>Regular Expressions (Regex)</a:t>
            </a:r>
            <a:r>
              <a:rPr lang="en-US" dirty="0"/>
              <a:t> help us.</a:t>
            </a:r>
            <a:endParaRPr lang="en-US" dirty="0"/>
          </a:p>
          <a:p>
            <a:pPr algn="just"/>
            <a:r>
              <a:rPr lang="en-US" dirty="0"/>
              <a:t>A </a:t>
            </a:r>
            <a:r>
              <a:rPr lang="en-US" b="1" dirty="0"/>
              <a:t>Regular Expression</a:t>
            </a:r>
            <a:r>
              <a:rPr lang="en-US" dirty="0"/>
              <a:t> is a special pattern used to search, match, extract, and validate text. It helps computers quickly find specific information such as email addresses, phone numbers, dates, websites, passwords, and many other types of data.</a:t>
            </a:r>
            <a:endParaRPr lang="en-US" dirty="0"/>
          </a:p>
          <a:p>
            <a:pPr algn="just"/>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Regular Expression?</a:t>
            </a:r>
            <a:endParaRPr lang="en-IN" b="1" dirty="0"/>
          </a:p>
        </p:txBody>
      </p:sp>
      <p:sp>
        <p:nvSpPr>
          <p:cNvPr id="3" name="Content Placeholder 2"/>
          <p:cNvSpPr>
            <a:spLocks noGrp="1"/>
          </p:cNvSpPr>
          <p:nvPr>
            <p:ph idx="1"/>
          </p:nvPr>
        </p:nvSpPr>
        <p:spPr/>
        <p:txBody>
          <a:bodyPr/>
          <a:lstStyle/>
          <a:p>
            <a:pPr algn="just"/>
            <a:r>
              <a:rPr lang="en-US" dirty="0"/>
              <a:t>A </a:t>
            </a:r>
            <a:r>
              <a:rPr lang="en-US" b="1" dirty="0"/>
              <a:t>Regular Expression (Regex)</a:t>
            </a:r>
            <a:r>
              <a:rPr lang="en-US" dirty="0"/>
              <a:t> is a sequence of characters that forms a search pattern. It is used to check whether a piece of text follows a particular format.</a:t>
            </a:r>
            <a:endParaRPr lang="en-US" dirty="0"/>
          </a:p>
          <a:p>
            <a:pPr algn="just"/>
            <a:r>
              <a:rPr lang="en-US" dirty="0"/>
              <a:t>For example, if we want to find all email addresses in a document, instead of checking every word manually, we can write one regex pattern. The computer will automatically find every email address that matches the pattern.</a:t>
            </a:r>
            <a:endParaRPr lang="en-US" dirty="0"/>
          </a:p>
          <a:p>
            <a:pPr algn="just"/>
            <a:r>
              <a:rPr lang="en-US" dirty="0"/>
              <a:t>Regex is supported by many programming languages such as Python, Java, C#, JavaScript, and PHP.</a:t>
            </a:r>
            <a:endParaRPr lang="en-US" dirty="0"/>
          </a:p>
          <a:p>
            <a:pPr algn="just"/>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0" y="1059222"/>
            <a:ext cx="12192000" cy="5204445"/>
          </a:xfrm>
          <a:prstGeom prst="rect">
            <a:avLst/>
          </a:prstGeom>
        </p:spPr>
      </p:pic>
      <p:pic>
        <p:nvPicPr>
          <p:cNvPr id="9" name="Picture 8"/>
          <p:cNvPicPr>
            <a:picLocks noChangeAspect="1"/>
          </p:cNvPicPr>
          <p:nvPr/>
        </p:nvPicPr>
        <p:blipFill>
          <a:blip r:embed="rId2"/>
          <a:stretch>
            <a:fillRect/>
          </a:stretch>
        </p:blipFill>
        <p:spPr>
          <a:xfrm>
            <a:off x="3444009" y="419086"/>
            <a:ext cx="5303980" cy="3200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Information Extraction?</a:t>
            </a:r>
            <a:br>
              <a:rPr lang="en-IN" b="1" dirty="0"/>
            </a:br>
            <a:endParaRPr lang="en-IN" dirty="0"/>
          </a:p>
        </p:txBody>
      </p:sp>
      <p:sp>
        <p:nvSpPr>
          <p:cNvPr id="3" name="Content Placeholder 2"/>
          <p:cNvSpPr>
            <a:spLocks noGrp="1"/>
          </p:cNvSpPr>
          <p:nvPr>
            <p:ph idx="1"/>
          </p:nvPr>
        </p:nvSpPr>
        <p:spPr/>
        <p:txBody>
          <a:bodyPr/>
          <a:lstStyle/>
          <a:p>
            <a:pPr algn="just"/>
            <a:r>
              <a:rPr lang="en-US" b="1" dirty="0"/>
              <a:t>Information Extraction</a:t>
            </a:r>
            <a:r>
              <a:rPr lang="en-US" dirty="0"/>
              <a:t> is the process of identifying and collecting useful information from unstructured or semi-structured text.</a:t>
            </a:r>
            <a:endParaRPr lang="en-US" dirty="0"/>
          </a:p>
          <a:p>
            <a:pPr algn="just"/>
            <a:r>
              <a:rPr lang="en-US" dirty="0"/>
              <a:t>People write information in different ways. For example, a document may contain names, addresses, mobile numbers, dates, and email addresses mixed together. Information extraction helps separate these useful details automatically.</a:t>
            </a:r>
            <a:endParaRPr lang="en-US" dirty="0"/>
          </a:p>
          <a:p>
            <a:pPr algn="just"/>
            <a:r>
              <a:rPr lang="en-US" dirty="0"/>
              <a:t>For example, consider the following text:</a:t>
            </a:r>
            <a:endParaRPr lang="en-US" dirty="0"/>
          </a:p>
          <a:p>
            <a:pPr algn="just"/>
            <a:r>
              <a:rPr lang="en-US" dirty="0"/>
              <a:t>"My name is Ravi. My email is </a:t>
            </a:r>
            <a:r>
              <a:rPr lang="en-US" dirty="0">
                <a:hlinkClick r:id="rId1"/>
              </a:rPr>
              <a:t>ravi@gmail.com</a:t>
            </a:r>
            <a:r>
              <a:rPr lang="en-US" dirty="0"/>
              <a:t> and my phone number is 9876543210."</a:t>
            </a:r>
            <a:endParaRPr lang="en-US" dirty="0"/>
          </a:p>
          <a:p>
            <a:pPr algn="just"/>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Why Do We Need Efficient Regular Expressions?</a:t>
            </a:r>
            <a:br>
              <a:rPr lang="en-US" b="1" dirty="0"/>
            </a:br>
            <a:endParaRPr lang="en-IN"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A simple regular expression may work for small data, but when working with thousands of documents, the pattern should be efficient.</a:t>
            </a:r>
            <a:endParaRPr lang="en-US" dirty="0"/>
          </a:p>
          <a:p>
            <a:pPr algn="just"/>
            <a:r>
              <a:rPr lang="en-US" dirty="0"/>
              <a:t>An efficient regular expression:</a:t>
            </a:r>
            <a:endParaRPr lang="en-US" dirty="0"/>
          </a:p>
          <a:p>
            <a:pPr algn="just"/>
            <a:r>
              <a:rPr lang="en-US" dirty="0"/>
              <a:t>Finds the correct information.</a:t>
            </a:r>
            <a:endParaRPr lang="en-US" dirty="0"/>
          </a:p>
          <a:p>
            <a:pPr algn="just"/>
            <a:r>
              <a:rPr lang="en-US" dirty="0"/>
              <a:t>Avoids incorrect matches.</a:t>
            </a:r>
            <a:endParaRPr lang="en-US" dirty="0"/>
          </a:p>
          <a:p>
            <a:pPr algn="just"/>
            <a:r>
              <a:rPr lang="en-US" dirty="0"/>
              <a:t>Works faster.</a:t>
            </a:r>
            <a:endParaRPr lang="en-US" dirty="0"/>
          </a:p>
          <a:p>
            <a:pPr algn="just"/>
            <a:r>
              <a:rPr lang="en-US" dirty="0"/>
              <a:t>Uses less computer memory.</a:t>
            </a:r>
            <a:endParaRPr lang="en-US" dirty="0"/>
          </a:p>
          <a:p>
            <a:pPr algn="just"/>
            <a:r>
              <a:rPr lang="en-US" dirty="0"/>
              <a:t>Is easy to understand and modify.</a:t>
            </a:r>
            <a:endParaRPr lang="en-US" dirty="0"/>
          </a:p>
          <a:p>
            <a:pPr marL="0" indent="0" algn="just">
              <a:buNone/>
            </a:pPr>
            <a:r>
              <a:rPr lang="en-US" dirty="0"/>
              <a:t>If the pattern is poorly designed, it may produce wrong results or take more time to execute.</a:t>
            </a:r>
            <a:endParaRPr lang="en-US" dirty="0"/>
          </a:p>
          <a:p>
            <a:pPr algn="just"/>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5320"/>
            <a:ext cx="10515600" cy="5521643"/>
          </a:xfrm>
        </p:spPr>
        <p:txBody>
          <a:bodyPr>
            <a:normAutofit fontScale="92500" lnSpcReduction="20000"/>
          </a:bodyPr>
          <a:lstStyle/>
          <a:p>
            <a:pPr marL="0" indent="0" algn="just">
              <a:buNone/>
            </a:pPr>
            <a:r>
              <a:rPr lang="en-US" b="1" dirty="0"/>
              <a:t>Designing Efficient Regex Patterns</a:t>
            </a:r>
            <a:endParaRPr lang="en-US" b="1" dirty="0"/>
          </a:p>
          <a:p>
            <a:pPr marL="0" indent="0" algn="just">
              <a:buNone/>
            </a:pPr>
            <a:r>
              <a:rPr lang="en-US" dirty="0"/>
              <a:t>Designing a regex means writing a pattern that finds only the required information.</a:t>
            </a:r>
            <a:endParaRPr lang="en-US" dirty="0"/>
          </a:p>
          <a:p>
            <a:pPr marL="0" indent="0" algn="just">
              <a:buNone/>
            </a:pPr>
            <a:endParaRPr lang="en-US" dirty="0"/>
          </a:p>
          <a:p>
            <a:pPr marL="0" indent="0" algn="just">
              <a:buNone/>
            </a:pPr>
            <a:r>
              <a:rPr lang="en-US" b="1" dirty="0"/>
              <a:t>1. Keep the Pattern Simple</a:t>
            </a:r>
            <a:endParaRPr lang="en-US" b="1" dirty="0"/>
          </a:p>
          <a:p>
            <a:pPr algn="just"/>
            <a:r>
              <a:rPr lang="en-US" dirty="0"/>
              <a:t>Simple patterns are easier to understand and execute.</a:t>
            </a:r>
            <a:endParaRPr lang="en-US" dirty="0"/>
          </a:p>
          <a:p>
            <a:pPr marL="0" indent="0" algn="just">
              <a:buNone/>
            </a:pPr>
            <a:r>
              <a:rPr lang="en-US" b="1" dirty="0"/>
              <a:t>2. Avoid Unnecessary Symbols</a:t>
            </a:r>
            <a:endParaRPr lang="en-US" b="1" dirty="0"/>
          </a:p>
          <a:p>
            <a:pPr algn="just"/>
            <a:r>
              <a:rPr lang="en-US" dirty="0"/>
              <a:t>Using too many special characters makes the regex slow.</a:t>
            </a:r>
            <a:endParaRPr lang="en-US" dirty="0"/>
          </a:p>
          <a:p>
            <a:pPr marL="0" indent="0" algn="just">
              <a:buNone/>
            </a:pPr>
            <a:r>
              <a:rPr lang="en-US" b="1" dirty="0"/>
              <a:t>3. Match Only Required Data</a:t>
            </a:r>
            <a:endParaRPr lang="en-US" b="1" dirty="0"/>
          </a:p>
          <a:p>
            <a:pPr algn="just"/>
            <a:r>
              <a:rPr lang="en-US" dirty="0"/>
              <a:t>The pattern should not select unwanted text.</a:t>
            </a:r>
            <a:endParaRPr lang="en-US" dirty="0"/>
          </a:p>
          <a:p>
            <a:pPr marL="0" indent="0" algn="just">
              <a:buNone/>
            </a:pPr>
            <a:r>
              <a:rPr lang="en-US" b="1" dirty="0"/>
              <a:t>4. Test the Pattern</a:t>
            </a:r>
            <a:endParaRPr lang="en-US" b="1" dirty="0"/>
          </a:p>
          <a:p>
            <a:pPr algn="just"/>
            <a:r>
              <a:rPr lang="en-US" dirty="0"/>
              <a:t>Always test the regex with different examples before using it.</a:t>
            </a:r>
            <a:endParaRPr lang="en-US" dirty="0"/>
          </a:p>
          <a:p>
            <a:pPr marL="0" indent="0" algn="just">
              <a:buNone/>
            </a:pPr>
            <a:r>
              <a:rPr lang="en-US" b="1" dirty="0"/>
              <a:t>5. Improve Readability</a:t>
            </a:r>
            <a:endParaRPr lang="en-US" b="1" dirty="0"/>
          </a:p>
          <a:p>
            <a:pPr algn="just"/>
            <a:r>
              <a:rPr lang="en-US" dirty="0"/>
              <a:t>Well-designed regex patterns are easier to maintain.</a:t>
            </a:r>
            <a:endParaRPr lang="en-US" dirty="0"/>
          </a:p>
          <a:p>
            <a:pPr algn="just"/>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Efficient Regular Expressions</a:t>
            </a:r>
            <a:endParaRPr lang="en-IN" b="1" dirty="0"/>
          </a:p>
        </p:txBody>
      </p:sp>
      <p:sp>
        <p:nvSpPr>
          <p:cNvPr id="3" name="Content Placeholder 2"/>
          <p:cNvSpPr>
            <a:spLocks noGrp="1"/>
          </p:cNvSpPr>
          <p:nvPr>
            <p:ph idx="1"/>
          </p:nvPr>
        </p:nvSpPr>
        <p:spPr/>
        <p:txBody>
          <a:bodyPr/>
          <a:lstStyle/>
          <a:p>
            <a:pPr algn="just"/>
            <a:r>
              <a:rPr lang="en-US" dirty="0"/>
              <a:t>Fast searching.</a:t>
            </a:r>
            <a:endParaRPr lang="en-US" dirty="0"/>
          </a:p>
          <a:p>
            <a:pPr algn="just"/>
            <a:r>
              <a:rPr lang="en-US" dirty="0"/>
              <a:t>Saves time.</a:t>
            </a:r>
            <a:endParaRPr lang="en-US" dirty="0"/>
          </a:p>
          <a:p>
            <a:pPr algn="just"/>
            <a:r>
              <a:rPr lang="en-US" dirty="0"/>
              <a:t>Reduces manual work.</a:t>
            </a:r>
            <a:endParaRPr lang="en-US" dirty="0"/>
          </a:p>
          <a:p>
            <a:pPr algn="just"/>
            <a:r>
              <a:rPr lang="en-US" dirty="0"/>
              <a:t>Improves accuracy.</a:t>
            </a:r>
            <a:endParaRPr lang="en-US" dirty="0"/>
          </a:p>
          <a:p>
            <a:pPr algn="just"/>
            <a:r>
              <a:rPr lang="en-US" dirty="0"/>
              <a:t>Easy to automate.</a:t>
            </a:r>
            <a:endParaRPr lang="en-US" dirty="0"/>
          </a:p>
          <a:p>
            <a:pPr algn="just"/>
            <a:r>
              <a:rPr lang="en-US" dirty="0"/>
              <a:t>Works with large datasets.</a:t>
            </a:r>
            <a:endParaRPr lang="en-US" dirty="0"/>
          </a:p>
          <a:p>
            <a:pPr algn="just"/>
            <a:r>
              <a:rPr lang="en-US" dirty="0"/>
              <a:t>Supported by almost all programming languages</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Conclusion</a:t>
            </a:r>
            <a:endParaRPr lang="en-IN" b="1" dirty="0"/>
          </a:p>
        </p:txBody>
      </p:sp>
      <p:sp>
        <p:nvSpPr>
          <p:cNvPr id="3" name="Content Placeholder 2"/>
          <p:cNvSpPr>
            <a:spLocks noGrp="1"/>
          </p:cNvSpPr>
          <p:nvPr>
            <p:ph idx="1"/>
          </p:nvPr>
        </p:nvSpPr>
        <p:spPr/>
        <p:txBody>
          <a:bodyPr/>
          <a:lstStyle/>
          <a:p>
            <a:pPr algn="just"/>
            <a:r>
              <a:rPr lang="en-US" b="1" dirty="0"/>
              <a:t>Designing Efficient Regular Expression Patterns for Information </a:t>
            </a:r>
            <a:endParaRPr lang="en-US" b="1" dirty="0"/>
          </a:p>
          <a:p>
            <a:pPr marL="0" indent="0" algn="just">
              <a:buNone/>
            </a:pPr>
            <a:r>
              <a:rPr lang="en-US" b="1" dirty="0"/>
              <a:t>Extraction</a:t>
            </a:r>
            <a:r>
              <a:rPr lang="en-US" dirty="0"/>
              <a:t> is an important concept in Natural Language Processing and text processing. Regular expressions help computers search, match, extract, and validate useful information from large amounts of text quickly and accurately.</a:t>
            </a:r>
            <a:endParaRPr lang="en-US" dirty="0"/>
          </a:p>
          <a:p>
            <a:pPr algn="just"/>
            <a:endParaRPr lang="en-US" dirty="0"/>
          </a:p>
          <a:p>
            <a:pPr marL="0" indent="0" algn="just">
              <a:buNone/>
            </a:pPr>
            <a:r>
              <a:rPr lang="en-US" dirty="0"/>
              <a:t>Efficient regex patterns improve performance, reduce errors, and simplify text processing tasks. They are widely used in search engines, web applications, data mining, chatbots, banking systems, healthcare, and many other real-world applications.</a:t>
            </a:r>
            <a:endParaRPr lang="en-US" dirty="0"/>
          </a:p>
          <a:p>
            <a:pPr algn="just"/>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 name="Content Placeholder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638546" y="152394"/>
            <a:ext cx="4914908" cy="65532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3394</Words>
  <Application>WPS Presentation</Application>
  <PresentationFormat>Widescreen</PresentationFormat>
  <Paragraphs>78</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SimSun</vt:lpstr>
      <vt:lpstr>Wingdings</vt:lpstr>
      <vt:lpstr>Calibri</vt:lpstr>
      <vt:lpstr>Microsoft YaHei</vt:lpstr>
      <vt:lpstr>Arial Unicode MS</vt:lpstr>
      <vt:lpstr>Calibri Light</vt:lpstr>
      <vt:lpstr>Office Theme</vt:lpstr>
      <vt:lpstr>PowerPoint 演示文稿</vt:lpstr>
      <vt:lpstr>Introduction</vt:lpstr>
      <vt:lpstr>What is a Regular Expression?</vt:lpstr>
      <vt:lpstr>PowerPoint 演示文稿</vt:lpstr>
      <vt:lpstr>What is Information Extraction? </vt:lpstr>
      <vt:lpstr>Why Do We Need Efficient Regular Expressions? </vt:lpstr>
      <vt:lpstr>PowerPoint 演示文稿</vt:lpstr>
      <vt:lpstr>Advantages of Efficient Regular Expressions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DIVA KARAN P</dc:creator>
  <cp:lastModifiedBy>Yuvaraj Lm</cp:lastModifiedBy>
  <cp:revision>5</cp:revision>
  <dcterms:created xsi:type="dcterms:W3CDTF">2026-07-15T09:24:00Z</dcterms:created>
  <dcterms:modified xsi:type="dcterms:W3CDTF">2026-08-03T08:56:36Z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A5E93708D83841AE90B8CFB9E52FE5F3_13</vt:lpwstr>
  </property>
  <property fmtid="{D5CDD505-2E9C-101B-9397-08002B2CF9AE}" pid="3" name="KSOProductBuildVer">
    <vt:lpwstr>1033-12.1.0.28032</vt:lpwstr>
  </property>
</Properties>
</file>